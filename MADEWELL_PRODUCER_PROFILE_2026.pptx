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optimistic-hamilton/mnt/outputs/assets/cover_mam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749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0"/>
            <a:ext cx="41148" cy="6858000"/>
          </a:xfrm>
          <a:prstGeom prst="rect">
            <a:avLst/>
          </a:prstGeom>
          <a:solidFill>
            <a:srgbClr val="8FB9DB"/>
          </a:solidFill>
          <a:ln/>
        </p:spPr>
      </p:sp>
      <p:sp>
        <p:nvSpPr>
          <p:cNvPr id="4" name="Text 1"/>
          <p:cNvSpPr/>
          <p:nvPr/>
        </p:nvSpPr>
        <p:spPr>
          <a:xfrm>
            <a:off x="5669280" y="1417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PRODUCER  PROFILE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623560" y="18288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정균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669280" y="2971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JUNGKYUN  ·  MADEWELL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0" y="3611880"/>
            <a:ext cx="1828800" cy="0"/>
          </a:xfrm>
          <a:prstGeom prst="line">
            <a:avLst/>
          </a:prstGeom>
          <a:noFill/>
          <a:ln w="12700">
            <a:solidFill>
              <a:srgbClr val="2931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3794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작곡가 · 프로듀서 · 레코딩 / 믹싱 / 마스터링 엔지니어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4206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B2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오리콘 1위 · 하프 밀리언 IP의 곡을 직접 만드는 현역</a:t>
            </a:r>
            <a:endParaRPr lang="en-US" sz="1300" dirty="0"/>
          </a:p>
        </p:txBody>
      </p:sp>
      <p:pic>
        <p:nvPicPr>
          <p:cNvPr id="10" name="Image 1" descr="/sessions/sweet-optimistic-hamilton/mnt/outputs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212080"/>
            <a:ext cx="868680" cy="4846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5330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 CORPORATION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675120" y="5596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Seoul · Yeoksam, Gangnam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인물 소개</a:t>
            </a:r>
            <a:endParaRPr lang="en-US" sz="3400" dirty="0"/>
          </a:p>
        </p:txBody>
      </p:sp>
      <p:pic>
        <p:nvPicPr>
          <p:cNvPr id="4" name="Image 0" descr="/sessions/sweet-optimistic-hamilton/mnt/outputs/assets/p_su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49640" y="548640"/>
            <a:ext cx="3063240" cy="576072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514600" y="1783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정균 (JUNGKYUN)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350008"/>
            <a:ext cx="7543800" cy="0"/>
          </a:xfrm>
          <a:prstGeom prst="line">
            <a:avLst/>
          </a:prstGeom>
          <a:noFill/>
          <a:ln w="9525">
            <a:solidFill>
              <a:srgbClr val="2931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4963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프로듀서명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14600" y="24963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(메이드웰)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7543800" cy="0"/>
          </a:xfrm>
          <a:prstGeom prst="line">
            <a:avLst/>
          </a:prstGeom>
          <a:noFill/>
          <a:ln w="9525">
            <a:solidFill>
              <a:srgbClr val="2931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09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32095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1987. 11. 27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0080" y="3776472"/>
            <a:ext cx="7543800" cy="0"/>
          </a:xfrm>
          <a:prstGeom prst="line">
            <a:avLst/>
          </a:prstGeom>
          <a:noFill/>
          <a:ln w="9525">
            <a:solidFill>
              <a:srgbClr val="2931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922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분야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392277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작곡 · 작사 · 보컬 디렉팅 · 레코딩 / 믹싱 / 마스터링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0080" y="4489704"/>
            <a:ext cx="7543800" cy="0"/>
          </a:xfrm>
          <a:prstGeom prst="line">
            <a:avLst/>
          </a:prstGeom>
          <a:noFill/>
          <a:ln w="9525">
            <a:solidFill>
              <a:srgbClr val="2931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636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어학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14600" y="46360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JLPT 1급 (일본어)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40080" y="5202936"/>
            <a:ext cx="7543800" cy="0"/>
          </a:xfrm>
          <a:prstGeom prst="line">
            <a:avLst/>
          </a:prstGeom>
          <a:noFill/>
          <a:ln w="9525">
            <a:solidFill>
              <a:srgbClr val="2931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514600" y="5349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대학원 시각·영상예술 융합콘텐츠 전공 석사 (M.F.A.)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CAREER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커리어 연혁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41248" y="2468880"/>
            <a:ext cx="457200" cy="27432"/>
          </a:xfrm>
          <a:prstGeom prst="rect">
            <a:avLst/>
          </a:prstGeom>
          <a:solidFill>
            <a:srgbClr val="C8B27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아이돌 그룹 트레이닝 · 데뷔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가수 · 퍼포머로 활동 시작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636008" y="2468880"/>
            <a:ext cx="457200" cy="27432"/>
          </a:xfrm>
          <a:prstGeom prst="rect">
            <a:avLst/>
          </a:prstGeom>
          <a:solidFill>
            <a:srgbClr val="C8B27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606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BIGFLO 정식 데뷔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31272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보컬 · 프로듀서 · 일본 진출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2018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430768" y="2468880"/>
            <a:ext cx="457200" cy="27432"/>
          </a:xfrm>
          <a:prstGeom prst="rect">
            <a:avLst/>
          </a:prstGeom>
          <a:solidFill>
            <a:srgbClr val="C8B273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606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(주)스타디오 2.0 설립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12480" y="31272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프로듀싱 / 엔지니어링 스튜디오 출범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41248" y="4846320"/>
            <a:ext cx="457200" cy="27432"/>
          </a:xfrm>
          <a:prstGeom prst="rect">
            <a:avLst/>
          </a:prstGeom>
          <a:solidFill>
            <a:srgbClr val="C8B27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(주)MADEWELL MUSIC 설립 · 대표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55046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작곡 · 녹음 · 믹싱 · 마스터링 종합 레이블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4206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636008" y="4846320"/>
            <a:ext cx="457200" cy="27432"/>
          </a:xfrm>
          <a:prstGeom prst="rect">
            <a:avLst/>
          </a:prstGeom>
          <a:solidFill>
            <a:srgbClr val="C8B273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(주)AVEC MUSIC 설립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55046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음악 교육 · 아티스트 인큐베이팅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206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2025–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430768" y="4846320"/>
            <a:ext cx="457200" cy="27432"/>
          </a:xfrm>
          <a:prstGeom prst="rect">
            <a:avLst/>
          </a:prstGeom>
          <a:solidFill>
            <a:srgbClr val="C8B273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솔로 2집 'STILL UNFINISHED' 작업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12480" y="55046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프로듀서이자 아티스트로서 현재진행형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optimistic-hamilton/mnt/outputs/assets/p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97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97680" y="0"/>
            <a:ext cx="36576" cy="6858000"/>
          </a:xfrm>
          <a:prstGeom prst="rect">
            <a:avLst/>
          </a:prstGeom>
          <a:solidFill>
            <a:srgbClr val="8FB9DB"/>
          </a:solidFill>
          <a:ln/>
        </p:spPr>
      </p:sp>
      <p:sp>
        <p:nvSpPr>
          <p:cNvPr id="4" name="Text 1"/>
          <p:cNvSpPr/>
          <p:nvPr/>
        </p:nvSpPr>
        <p:spPr>
          <a:xfrm>
            <a:off x="484632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 AN ARTIST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800600" y="868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아티스트 정균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846320" y="1554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무대 위에 직접 섰던 가수이자, 그 경험을 스튜디오로 가져온 프로듀서.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2194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BIGFLO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46320" y="2523744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정규 1집 'Delilah' · 2집(1~4集) — 오리콘 위클리 TOP10, 시야게 데일리 차트 1위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30815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JUNGKYUN 솔로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846320" y="3410712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1집 'Unfinished' 오리콘 차트 진입 · 솔로 아티스트로 일본 정규 발매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396849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방송 · 무대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846320" y="429768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KBS 뮤직뱅크 · MBC 쇼챔피언 · Mnet 엠카운트다운 · SBS 인기가요 · 아리랑TV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485546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846320" y="5184648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말레이시아 단독 쇼케이스 &amp; 팬미팅 · 일본 단독 콘서트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57424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2025–2026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846320" y="6071616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솔로 2집 'STILL UNFINISHED' 발매 진행 — 작곡부터 마스터링까지 직접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SIGNATURE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434840"/>
          </a:xfrm>
          <a:prstGeom prst="rect">
            <a:avLst/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" cy="4434840"/>
          </a:xfrm>
          <a:prstGeom prst="rect">
            <a:avLst/>
          </a:prstGeom>
          <a:solidFill>
            <a:srgbClr val="C8B27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B2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 · 편곡 풀크레딧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작곡 · 편곡 · 녹음 · 믹싱한 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2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788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PRODUCE 101 JAPAN '신세계'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11810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'BLACK ANGEL' — 미션 경쟁 1위 → 타이틀곡 선정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2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38130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VIVIZ (비비지) 정규 1집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14223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'A montage of ( )' 수록 'TOXIC'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855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2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83717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인피니트 장동우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51663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'Super Birthday' · '인생 (LIFE)'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03520" cy="4434840"/>
          </a:xfrm>
          <a:prstGeom prst="rect">
            <a:avLst/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691640"/>
            <a:ext cx="64008" cy="4434840"/>
          </a:xfrm>
          <a:prstGeom prst="rect">
            <a:avLst/>
          </a:prstGeom>
          <a:solidFill>
            <a:srgbClr val="8FB9D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프로듀싱 · 믹싱 · 마스터링 참여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편곡 · 녹음 · 믹스 · 마스터로 참여한 작업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788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(여자)아이들 전소연 — 'M2LIVE' 라이브 녹음 · 믹스 · 마스터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마마무 화사 × Sense mom — 'Two Side' 편곡 · 믹스 · 마스터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9227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ME:I (PRODUCE 101 JAPAN 데뷔조) — 'UPDATE ME'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4489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MBC 소년판타지 — 'Fantasy' · 'Shut off'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5047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50566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SBS 글로벌 아이돌 오디션 — 'Be my boyz'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5669280"/>
            <a:ext cx="4892040" cy="0"/>
          </a:xfrm>
          <a:prstGeom prst="line">
            <a:avLst/>
          </a:prstGeom>
          <a:noFill/>
          <a:ln w="9525">
            <a:solidFill>
              <a:srgbClr val="2931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57881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외 KOMCA(한국음악저작권협회) 등록 100곡 이상 프로듀싱 · 발표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작업한 라인업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B2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곡들을 전부 프로듀싱한 손이 당신의 곡을 직접 만집니다."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000" cy="1371600"/>
          </a:xfrm>
          <a:prstGeom prst="rect">
            <a:avLst/>
          </a:prstGeom>
          <a:solidFill>
            <a:srgbClr val="1C2430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100곡+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KOMCA 등록 작품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1371600"/>
          </a:xfrm>
          <a:prstGeom prst="rect">
            <a:avLst/>
          </a:prstGeom>
          <a:solidFill>
            <a:srgbClr val="1C2430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오리콘 1위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07992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데뷔조 배출 IP 참여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194560"/>
            <a:ext cx="3429000" cy="1371600"/>
          </a:xfrm>
          <a:prstGeom prst="rect">
            <a:avLst/>
          </a:prstGeom>
          <a:solidFill>
            <a:srgbClr val="1C2430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멜론 TOP 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11312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역주행 신드롬 곡 참여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ARTISTS &amp; PROJECTS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2482596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43400"/>
            <a:ext cx="2482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PRODUCE 101 JAPAN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87268" y="4343400"/>
            <a:ext cx="877824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7268" y="43434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ME:I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9684" y="43434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9684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인피니트 장동우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65876" y="4343400"/>
            <a:ext cx="1001268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65876" y="4343400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VIVIZ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31736" y="4343400"/>
            <a:ext cx="1741932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31736" y="43434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(여자)아이들 전소연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38260" y="4343400"/>
            <a:ext cx="1124712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38260" y="434340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마마무 화사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1495044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983480"/>
            <a:ext cx="1495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MBC 소년판타지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99716" y="4983480"/>
            <a:ext cx="1001268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99716" y="4983480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SNH48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65576" y="4983480"/>
            <a:ext cx="1248156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65576" y="4983480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ONEPACT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78324" y="4983480"/>
            <a:ext cx="1248156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8324" y="4983480"/>
            <a:ext cx="1248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에프엑스 루나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91072" y="4983480"/>
            <a:ext cx="877824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49834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NC.A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33488" y="4983480"/>
            <a:ext cx="1495044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33488" y="4983480"/>
            <a:ext cx="1495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B:My BOYZ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93124" y="4983480"/>
            <a:ext cx="877824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93124" y="49834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경서예지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035540" y="4983480"/>
            <a:ext cx="754380" cy="457200"/>
          </a:xfrm>
          <a:prstGeom prst="roundRect">
            <a:avLst>
              <a:gd name="adj" fmla="val 16000"/>
            </a:avLst>
          </a:prstGeom>
          <a:solidFill>
            <a:srgbClr val="171D27"/>
          </a:solidFill>
          <a:ln w="12700">
            <a:solidFill>
              <a:srgbClr val="2931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35540" y="4983480"/>
            <a:ext cx="75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김채원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 스튜디오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강남구 역삼동 · 작곡부터 마스터링까지 한 공간에서</a:t>
            </a:r>
            <a:endParaRPr lang="en-US" sz="1300" dirty="0"/>
          </a:p>
        </p:txBody>
      </p:sp>
      <p:pic>
        <p:nvPicPr>
          <p:cNvPr id="5" name="Image 0" descr="/sessions/sweet-optimistic-hamilton/mnt/outputs/assets/main_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65960"/>
            <a:ext cx="5074920" cy="2331720"/>
          </a:xfrm>
          <a:prstGeom prst="rect">
            <a:avLst/>
          </a:prstGeom>
        </p:spPr>
      </p:pic>
      <p:pic>
        <p:nvPicPr>
          <p:cNvPr id="6" name="Image 1" descr="/sessions/sweet-optimistic-hamilton/mnt/outputs/assets/compos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52160" y="1965960"/>
            <a:ext cx="2743200" cy="2331720"/>
          </a:xfrm>
          <a:prstGeom prst="rect">
            <a:avLst/>
          </a:prstGeom>
        </p:spPr>
      </p:pic>
      <p:pic>
        <p:nvPicPr>
          <p:cNvPr id="7" name="Image 2" descr="/sessions/sweet-optimistic-hamilton/mnt/outputs/assets/boot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32520" y="1965960"/>
            <a:ext cx="2834640" cy="2331720"/>
          </a:xfrm>
          <a:prstGeom prst="rect">
            <a:avLst/>
          </a:prstGeom>
        </p:spPr>
      </p:pic>
      <p:pic>
        <p:nvPicPr>
          <p:cNvPr id="8" name="Image 3" descr="/sessions/sweet-optimistic-hamilton/mnt/outputs/assets/editing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434840"/>
            <a:ext cx="3291840" cy="1783080"/>
          </a:xfrm>
          <a:prstGeom prst="rect">
            <a:avLst/>
          </a:prstGeom>
        </p:spPr>
      </p:pic>
      <p:pic>
        <p:nvPicPr>
          <p:cNvPr id="9" name="Image 4" descr="/sessions/sweet-optimistic-hamilton/mnt/outputs/assets/gear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69080" y="4434840"/>
            <a:ext cx="2286000" cy="1783080"/>
          </a:xfrm>
          <a:prstGeom prst="rect">
            <a:avLst/>
          </a:prstGeom>
        </p:spPr>
      </p:pic>
      <p:pic>
        <p:nvPicPr>
          <p:cNvPr id="10" name="Image 5" descr="/sessions/sweet-optimistic-hamilton/mnt/outputs/assets/lobby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92240" y="4434840"/>
            <a:ext cx="5074920" cy="178308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12" name="Text 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optimistic-hamilton/mnt/outputs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1371600"/>
            <a:ext cx="73152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IDEA TO MASTER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당신의 곡, 처음부터 끝까지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4378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작곡 · 편곡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872588" y="3383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118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보컬 디렉팅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29988" y="3383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5858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레코딩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87388" y="3383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1598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믹싱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44788" y="3383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273388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마스터링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0" y="4114800"/>
            <a:ext cx="4873752" cy="0"/>
          </a:xfrm>
          <a:prstGeom prst="line">
            <a:avLst/>
          </a:prstGeom>
          <a:noFill/>
          <a:ln w="12700">
            <a:solidFill>
              <a:srgbClr val="2931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  </a:t>
            </a:r>
            <a:pPr algn="ctr" indent="0" marL="0">
              <a:buNone/>
            </a:pPr>
            <a:r>
              <a:rPr lang="en-US" sz="1600" dirty="0">
                <a:solidFill>
                  <a:srgbClr val="D9E6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madewellmusic.github.io/madewell-music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A9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녹음 · 믹싱 · 마스터링 · 작곡 의뢰 및 진단 상담 문의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E798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MADEWELL MUSIC CORPORATION  ·  Seoul, Yeoksam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MADEWELL — Producer Profile</dc:title>
  <dc:subject>PptxGenJS Presentation</dc:subject>
  <dc:creator>MADEWELL MUSIC</dc:creator>
  <cp:lastModifiedBy>MADEWELL MUSIC</cp:lastModifiedBy>
  <cp:revision>1</cp:revision>
  <dcterms:created xsi:type="dcterms:W3CDTF">2026-06-20T02:06:00Z</dcterms:created>
  <dcterms:modified xsi:type="dcterms:W3CDTF">2026-06-20T02:06:00Z</dcterms:modified>
</cp:coreProperties>
</file>